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1DAAA-A842-F982-7333-281C4BE1C4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794408-D9B7-D4EB-61CF-325A8C005B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35557-2DC3-D8C1-4ED6-C69523472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888E2-3514-4FD5-9CA6-3ACB25650664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E32C3A-8427-5297-5A42-34E684455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B632C-3A9B-0F82-3A47-5FFDA1DC7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87CB0-05C5-4EF2-92F9-144F90DE4D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4072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C558A-7508-E4D5-BA1B-E902777C2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C5E77-7711-117E-0848-36D4E19C2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3B4AC-4281-0F98-72C2-56A8E1CA5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888E2-3514-4FD5-9CA6-3ACB25650664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2F3AD-2F81-C10F-8A5E-D52C862D6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6E34F-9517-E7F8-0A4C-36196F129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87CB0-05C5-4EF2-92F9-144F90DE4D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9205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5FC3C-D6AE-2CFC-229B-3654FA7E4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BF70AA-E9D9-9EED-EA93-15C79FE334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3D480-397D-0EDA-F99D-A401FFBE4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888E2-3514-4FD5-9CA6-3ACB25650664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791D2-8E0A-5863-1D4D-900AD6B51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2C16D-4F7D-C392-7A33-23C0D9CD5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87CB0-05C5-4EF2-92F9-144F90DE4D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5137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F23CC-8D6C-0C22-FBFB-284CFF845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9B07D-11C9-B955-655C-5232ED4708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2A1EB7-5015-305E-8175-BBDFA5CFFC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FB9F1B-F909-02F5-9D8A-65C3762FD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888E2-3514-4FD5-9CA6-3ACB25650664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A0082-759F-F076-265A-9AF7884FA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460AD1-924E-0CDB-EFE5-24B653434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87CB0-05C5-4EF2-92F9-144F90DE4D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57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1C0DE-0E4F-D83D-E42B-5981787CD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D388FE-75CA-25AA-4C7D-64D84680A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003D74-A2AB-EB85-C215-440EE2C48E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1A3581-D335-9F5E-8243-9D69637DEB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C6E4CC-C93E-4F3B-EE82-15F5EA4E9A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BC4AE5-5BD4-9211-ECA8-59E884669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888E2-3514-4FD5-9CA6-3ACB25650664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1EB473-7A08-F0E4-D3EE-ABEBAE682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5991BE-97A5-4B5F-9E6A-9D128A0EF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87CB0-05C5-4EF2-92F9-144F90DE4D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9816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928DF-BFC0-99CB-9D0C-B17C48753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97EFE0-918C-C638-F732-F2F23403D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888E2-3514-4FD5-9CA6-3ACB25650664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563BFC-CF89-9F4B-31E0-7F07234AA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21371F-89B5-7BA5-64FD-311307F01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87CB0-05C5-4EF2-92F9-144F90DE4D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2639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F153CC-2672-E4F1-6E7A-4D8823219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888E2-3514-4FD5-9CA6-3ACB25650664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34A280-C2EA-3C9F-E96E-6D2E2597C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015AEA-05CA-9AA8-4A79-37A6500B7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87CB0-05C5-4EF2-92F9-144F90DE4D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6022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D0CC9-A55B-AC0B-D85A-7670D9B31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9E3D0-D6B8-3B38-939D-443E723EE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23F17A-DBDD-CA63-59D4-CBEC4AD4F9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046197-3369-ABC4-CB55-D545D496C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888E2-3514-4FD5-9CA6-3ACB25650664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0B026A-DBBF-E966-FD84-5FE366086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6A198F-3C1E-F9E1-8A18-CEDD56009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87CB0-05C5-4EF2-92F9-144F90DE4D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2272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B8B8D-F7E8-3F39-A385-07755596C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5A52B8-002C-C79D-D1AF-D2CA102339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8B496F-7B79-E258-9BB0-F1D508AD27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559C2D-AB68-69B6-A969-4B6C038D3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888E2-3514-4FD5-9CA6-3ACB25650664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47E838-CBC4-8E1E-7CF5-D447A2777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81C024-724B-057A-B338-9C9C886BA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87CB0-05C5-4EF2-92F9-144F90DE4D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6174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2E02B-DC20-CC3E-CC2D-4EEAC3430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C33FC7-B017-D0A8-48D0-D9EC7015EE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9659B-340C-E670-5519-5A450CE33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888E2-3514-4FD5-9CA6-3ACB25650664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6EE3AA-1DA5-EEC6-DDA4-3241575C9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0787B-AC5B-5421-E243-0CB42C706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87CB0-05C5-4EF2-92F9-144F90DE4D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4271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E4E094-ABFA-99B4-8129-279DC7D961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EF5084-2F54-55B7-7579-AB71CB668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05D674-1C3B-914C-FBB1-BB3F99097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888E2-3514-4FD5-9CA6-3ACB25650664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8535C-6DBC-3A4D-5657-CEF21F224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AC1A44-0E1A-6E81-C26B-C0EA94B77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87CB0-05C5-4EF2-92F9-144F90DE4D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8640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3D63EE-15C2-829C-9AD8-380233DDC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2A7B1F-13F3-1A9F-CE99-A1067A21F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92E92-8886-9ED4-D6BF-FE2EF2FC0A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3888E2-3514-4FD5-9CA6-3ACB25650664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9F89D2-CF6D-04A5-F382-E09368D98A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96B88-E101-7814-5B05-1773BE657C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887CB0-05C5-4EF2-92F9-144F90DE4D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7803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169.254.169.254/metadata/identity/oauth2/token?api-version=2018-02-01&amp;resource=%3cCLIENT-ID%3e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E7B98-6E37-F440-B192-CD1822E223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9368" y="1158939"/>
            <a:ext cx="9144000" cy="724725"/>
          </a:xfrm>
        </p:spPr>
        <p:txBody>
          <a:bodyPr>
            <a:normAutofit fontScale="90000"/>
          </a:bodyPr>
          <a:lstStyle/>
          <a:p>
            <a:pPr algn="l"/>
            <a:r>
              <a:rPr lang="en-IN" dirty="0"/>
              <a:t>Current Challenges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565FF4-6F25-7B6A-0CDF-E3FD72DC6F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76272"/>
            <a:ext cx="9144000" cy="3081528"/>
          </a:xfrm>
        </p:spPr>
        <p:txBody>
          <a:bodyPr>
            <a:normAutofit lnSpcReduction="10000"/>
          </a:bodyPr>
          <a:lstStyle/>
          <a:p>
            <a:pPr algn="l"/>
            <a:r>
              <a:rPr lang="en-US" b="1" dirty="0"/>
              <a:t>Problems with IAM Users &amp; Static Keys</a:t>
            </a: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Keys stored directly on </a:t>
            </a:r>
            <a:r>
              <a:rPr lang="en-US" dirty="0" err="1"/>
              <a:t>NiFi</a:t>
            </a:r>
            <a:r>
              <a:rPr lang="en-US" dirty="0"/>
              <a:t> and Ansible vault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Manual rotation → operational overhead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High security risk if keys leak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No centralized visibility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err="1"/>
              <a:t>NiFi</a:t>
            </a:r>
            <a:r>
              <a:rPr lang="en-US" dirty="0"/>
              <a:t> &amp; Ansible both rely on long-lived credentials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Goal: </a:t>
            </a:r>
            <a:r>
              <a:rPr lang="en-US" b="1" dirty="0"/>
              <a:t>eliminate static credentials completely</a:t>
            </a: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7488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04629-FC3E-CBBC-6FC2-4B07DA6C5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43ECF-8065-65CC-3DEE-D260A8007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2792" y="1158939"/>
            <a:ext cx="9144000" cy="724725"/>
          </a:xfrm>
        </p:spPr>
        <p:txBody>
          <a:bodyPr>
            <a:normAutofit fontScale="90000"/>
          </a:bodyPr>
          <a:lstStyle/>
          <a:p>
            <a:pPr algn="l"/>
            <a:r>
              <a:rPr lang="en-IN" dirty="0"/>
              <a:t>Proposed Solutions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388F4-26BC-C3B4-B36E-0C356B1B38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76272"/>
            <a:ext cx="9144000" cy="3081528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We will evaluate and compare: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OIDC Federation (AWS </a:t>
            </a:r>
            <a:r>
              <a:rPr lang="en-US" b="1" dirty="0" err="1"/>
              <a:t>AssumeRoleWithWebIdentity</a:t>
            </a:r>
            <a:r>
              <a:rPr lang="en-US" b="1" dirty="0"/>
              <a:t>)</a:t>
            </a: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IAM Role Anywhere</a:t>
            </a: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 err="1"/>
              <a:t>NiFi</a:t>
            </a:r>
            <a:r>
              <a:rPr lang="en-US" b="1" dirty="0"/>
              <a:t> Service Account + Automated Key Rotation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8524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DB0B1-0FFB-6712-21E1-08EAA597B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D57B1-08B9-62D8-553E-7FF2F16AB6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5592" y="445707"/>
            <a:ext cx="9144000" cy="724725"/>
          </a:xfrm>
        </p:spPr>
        <p:txBody>
          <a:bodyPr>
            <a:normAutofit fontScale="90000"/>
          </a:bodyPr>
          <a:lstStyle/>
          <a:p>
            <a:pPr algn="l"/>
            <a:r>
              <a:rPr lang="en-IN" dirty="0"/>
              <a:t>OIDC Detailed Flow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2FC3F6-4372-CDEF-4E44-CB0FE3BAE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4504" y="1444752"/>
            <a:ext cx="9144000" cy="4745736"/>
          </a:xfrm>
        </p:spPr>
        <p:txBody>
          <a:bodyPr>
            <a:normAutofit/>
          </a:bodyPr>
          <a:lstStyle/>
          <a:p>
            <a:pPr algn="l"/>
            <a:r>
              <a:rPr lang="en-IN" sz="1600" b="1" dirty="0"/>
              <a:t>AWS OIDC Federation (STS </a:t>
            </a:r>
            <a:r>
              <a:rPr lang="en-IN" sz="1600" b="1" dirty="0" err="1"/>
              <a:t>AssumeRoleWithWebIdentity</a:t>
            </a:r>
            <a:r>
              <a:rPr lang="en-IN" sz="1600" b="1" dirty="0"/>
              <a:t>)</a:t>
            </a:r>
            <a:endParaRPr lang="en-IN" sz="1600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1200" dirty="0"/>
              <a:t>Azure VM obtains </a:t>
            </a:r>
            <a:r>
              <a:rPr lang="en-IN" sz="1200" b="1" dirty="0"/>
              <a:t>OIDC token</a:t>
            </a:r>
            <a:r>
              <a:rPr lang="en-IN" sz="1200" dirty="0"/>
              <a:t> from Azure AD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1200" dirty="0"/>
              <a:t>AWS validates the token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1200" dirty="0"/>
              <a:t>AWS STS issues temporary AWS credentials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1200" dirty="0" err="1"/>
              <a:t>NiFi</a:t>
            </a:r>
            <a:r>
              <a:rPr lang="en-IN" sz="1200" dirty="0"/>
              <a:t>/Ansible uses these temporary credentials for S3 access</a:t>
            </a:r>
          </a:p>
          <a:p>
            <a:pPr algn="l"/>
            <a:r>
              <a:rPr lang="en-US" sz="1600" b="1" dirty="0"/>
              <a:t>Benefits:</a:t>
            </a:r>
            <a:br>
              <a:rPr lang="en-US" sz="1600" dirty="0"/>
            </a:br>
            <a:r>
              <a:rPr lang="en-US" sz="1600" dirty="0"/>
              <a:t>	✔ No IAM user</a:t>
            </a:r>
            <a:br>
              <a:rPr lang="en-US" sz="1600" dirty="0"/>
            </a:br>
            <a:r>
              <a:rPr lang="en-US" sz="1600" dirty="0"/>
              <a:t>	✔ No access key rotation</a:t>
            </a:r>
            <a:br>
              <a:rPr lang="en-US" sz="1600" dirty="0"/>
            </a:br>
            <a:r>
              <a:rPr lang="en-US" sz="1600" dirty="0"/>
              <a:t>	✔ Short-lived secure credentials</a:t>
            </a:r>
            <a:br>
              <a:rPr lang="en-US" sz="1600" dirty="0"/>
            </a:br>
            <a:r>
              <a:rPr lang="en-US" sz="1600" dirty="0"/>
              <a:t>	✔ Modern identity-based authentication</a:t>
            </a:r>
          </a:p>
          <a:p>
            <a:pPr algn="l"/>
            <a:r>
              <a:rPr lang="en-IN" sz="1600" b="1" dirty="0"/>
              <a:t>OIDC High-Level Architecture</a:t>
            </a:r>
          </a:p>
          <a:p>
            <a:pPr algn="l"/>
            <a:r>
              <a:rPr lang="en-IN" sz="1600" dirty="0"/>
              <a:t>Azure VM → Azure AD → OIDC Token → AWS STS → Temporary Credentials → </a:t>
            </a:r>
            <a:r>
              <a:rPr lang="en-IN" sz="1600" dirty="0" err="1"/>
              <a:t>NiFi</a:t>
            </a:r>
            <a:r>
              <a:rPr lang="en-IN" sz="1600" dirty="0"/>
              <a:t>/Ansible → S3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Azure AD issues a JWT token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AWS IAM OIDC Provider trusts Azure AD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Role assumed via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AssumeRoleWithWebIdentity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Credentials refreshed via script</a:t>
            </a:r>
            <a:endParaRPr lang="en-IN" sz="1600" dirty="0"/>
          </a:p>
          <a:p>
            <a:pPr algn="l"/>
            <a:endParaRPr lang="en-IN" dirty="0"/>
          </a:p>
          <a:p>
            <a:pPr algn="l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021715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6DB24-2808-F842-AB30-D943E55B1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F4C2B-A598-9402-C730-DDFDD360AA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9832" y="1237837"/>
            <a:ext cx="9144000" cy="724725"/>
          </a:xfrm>
        </p:spPr>
        <p:txBody>
          <a:bodyPr>
            <a:normAutofit fontScale="90000"/>
          </a:bodyPr>
          <a:lstStyle/>
          <a:p>
            <a:r>
              <a:rPr lang="en-IN" dirty="0"/>
              <a:t>OIDC Federation Overview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9E11AE6-891A-D7FB-CE4E-747396E9C22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002856" y="2317008"/>
            <a:ext cx="7840608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Azure Admin creates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 Registration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Azure VM retrieves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OIDC token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AWS IAM creates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OIDC Identity Provider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AWS IAM Role trusts Azure AD OIDC provider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Script exchanges OIDC token for temporary AWS credentials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NiFi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Ansible uses the credentials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Script refreshes credential in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NiFi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server periodically (e.g., every x min)</a:t>
            </a:r>
          </a:p>
        </p:txBody>
      </p:sp>
    </p:spTree>
    <p:extLst>
      <p:ext uri="{BB962C8B-B14F-4D97-AF65-F5344CB8AC3E}">
        <p14:creationId xmlns:p14="http://schemas.microsoft.com/office/powerpoint/2010/main" val="2641053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4EC99-85F4-CED9-53AE-4C2ECEE8D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8AD2-CA4B-E499-99C1-517BA9DF30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7888" y="954373"/>
            <a:ext cx="9144000" cy="724725"/>
          </a:xfrm>
        </p:spPr>
        <p:txBody>
          <a:bodyPr>
            <a:normAutofit fontScale="90000"/>
          </a:bodyPr>
          <a:lstStyle/>
          <a:p>
            <a:pPr algn="l"/>
            <a:r>
              <a:rPr lang="en-IN" dirty="0"/>
              <a:t>OIDC Requirements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D6F1F3A-3FBF-DC4C-627F-699F13A4B41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49772" y="1679098"/>
            <a:ext cx="7462123" cy="42022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IN" sz="1800" b="1" dirty="0"/>
              <a:t>Azure Requirements</a:t>
            </a:r>
            <a:endParaRPr lang="en-IN" sz="18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800" dirty="0"/>
              <a:t>Azure AD App Registration (Client ID)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800" dirty="0"/>
              <a:t>VM Managed Identity enabled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800" dirty="0"/>
              <a:t>Permission to fetch OIDC tokens</a:t>
            </a:r>
          </a:p>
          <a:p>
            <a:pPr algn="l"/>
            <a:r>
              <a:rPr lang="en-IN" sz="1800" b="1" dirty="0"/>
              <a:t>AWS Requirements</a:t>
            </a:r>
            <a:endParaRPr lang="en-IN" sz="18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800" dirty="0"/>
              <a:t>IAM OIDC Provider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800" dirty="0"/>
              <a:t>IAM Role with trust policy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800" dirty="0"/>
              <a:t>AWS CLI for token exchange</a:t>
            </a:r>
          </a:p>
          <a:p>
            <a:pPr algn="l"/>
            <a:r>
              <a:rPr lang="en-IN" sz="1800" b="1" dirty="0"/>
              <a:t>VM Requirements</a:t>
            </a:r>
            <a:endParaRPr lang="en-IN" sz="18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800" dirty="0"/>
              <a:t>Script to fetch &amp; refresh credentials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800" dirty="0"/>
              <a:t>Update to </a:t>
            </a:r>
            <a:r>
              <a:rPr lang="en-IN" dirty="0"/>
              <a:t>.</a:t>
            </a:r>
            <a:r>
              <a:rPr lang="en-IN" dirty="0" err="1"/>
              <a:t>aws</a:t>
            </a:r>
            <a:r>
              <a:rPr lang="en-IN" dirty="0"/>
              <a:t>/credentials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228647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B7EAD-8A4C-A145-E029-488BB303B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115D3-9805-9882-4C37-1A8B22BB7D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7888" y="954373"/>
            <a:ext cx="9144000" cy="724725"/>
          </a:xfrm>
        </p:spPr>
        <p:txBody>
          <a:bodyPr>
            <a:normAutofit fontScale="90000"/>
          </a:bodyPr>
          <a:lstStyle/>
          <a:p>
            <a:pPr algn="l"/>
            <a:r>
              <a:rPr lang="en-IN" dirty="0"/>
              <a:t>OIDC Example (</a:t>
            </a:r>
            <a:r>
              <a:rPr lang="en-IN" dirty="0" err="1"/>
              <a:t>NiFi</a:t>
            </a:r>
            <a:r>
              <a:rPr lang="en-IN" dirty="0"/>
              <a:t>/Ansible)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1E902CF-19EA-C292-F589-26FE98FBE00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49772" y="2041506"/>
            <a:ext cx="7462123" cy="3477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800" b="1" dirty="0"/>
              <a:t>Step 1: Retrieve OIDC Token</a:t>
            </a:r>
            <a:br>
              <a:rPr lang="en-US" sz="1800" dirty="0"/>
            </a:br>
            <a:r>
              <a:rPr lang="pt-BR" sz="1800" dirty="0"/>
              <a:t>curl -H "Metadata:true" \</a:t>
            </a:r>
          </a:p>
          <a:p>
            <a:pPr algn="l"/>
            <a:r>
              <a:rPr lang="pt-BR" sz="1800" dirty="0">
                <a:hlinkClick r:id="rId2"/>
              </a:rPr>
              <a:t>http://169.254.169.254/metadata/identity/oauth2/token?api-version=2018-02-01&amp;resource=&lt;CLIENT-ID&gt;</a:t>
            </a:r>
            <a:br>
              <a:rPr lang="pt-BR" sz="1800" dirty="0"/>
            </a:br>
            <a:br>
              <a:rPr lang="pt-BR" sz="1800" dirty="0"/>
            </a:br>
            <a:r>
              <a:rPr lang="en-US" sz="1800" b="1" dirty="0"/>
              <a:t>Step 2: Exchange Token for AWS Credentials</a:t>
            </a:r>
            <a:endParaRPr lang="en-US" sz="1800" dirty="0"/>
          </a:p>
          <a:p>
            <a:pPr algn="l"/>
            <a:r>
              <a:rPr lang="pt-BR" sz="1800" dirty="0"/>
              <a:t>aws sts assume-role-with-web-identity \</a:t>
            </a:r>
          </a:p>
          <a:p>
            <a:pPr algn="l"/>
            <a:r>
              <a:rPr lang="pt-BR" sz="1800" dirty="0"/>
              <a:t>  --role-arn arn:aws:iam::&lt;acc&gt;:role/NiFi-S3-OIDC-Role \</a:t>
            </a:r>
          </a:p>
          <a:p>
            <a:pPr algn="l"/>
            <a:r>
              <a:rPr lang="pt-BR" sz="1800" dirty="0"/>
              <a:t>  --provider-id &lt;azure-provider&gt; \</a:t>
            </a:r>
          </a:p>
          <a:p>
            <a:pPr algn="l"/>
            <a:r>
              <a:rPr lang="pt-BR" sz="1800" dirty="0"/>
              <a:t>  --web-identity-token $TOKEN</a:t>
            </a:r>
            <a:br>
              <a:rPr lang="pt-BR" sz="1800" dirty="0"/>
            </a:b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329340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AEE2D-FD40-CC4B-EE29-0FBF60B0E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232A1-47E0-FBA0-4082-F351EF4308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1040" y="1219549"/>
            <a:ext cx="9144000" cy="724725"/>
          </a:xfrm>
        </p:spPr>
        <p:txBody>
          <a:bodyPr>
            <a:normAutofit fontScale="90000"/>
          </a:bodyPr>
          <a:lstStyle/>
          <a:p>
            <a:pPr algn="l"/>
            <a:r>
              <a:rPr lang="en-IN" dirty="0"/>
              <a:t>IAM Role Anywhere Overview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DFF7D7B-E1CB-F0AB-C5DC-2E9631684E3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49772" y="2540104"/>
            <a:ext cx="7462123" cy="24802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800" b="1" dirty="0"/>
              <a:t>AWS IAM Role Anywhere</a:t>
            </a:r>
            <a:endParaRPr lang="en-US" sz="18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External servers authenticate using </a:t>
            </a:r>
            <a:r>
              <a:rPr lang="en-US" sz="1800" b="1" dirty="0"/>
              <a:t>X.509 certificates</a:t>
            </a:r>
            <a:endParaRPr lang="en-US" sz="18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Certificate is validated by AWS Private CA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AWS STS issues temporary credentials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Works without Azure AD</a:t>
            </a:r>
          </a:p>
          <a:p>
            <a:pPr algn="l"/>
            <a:r>
              <a:rPr lang="en-US" sz="1800" b="1" dirty="0"/>
              <a:t>Use Cases:</a:t>
            </a:r>
            <a:br>
              <a:rPr lang="en-US" sz="1800" dirty="0"/>
            </a:br>
            <a:r>
              <a:rPr lang="en-US" sz="1800" dirty="0" err="1"/>
              <a:t>NiFi</a:t>
            </a:r>
            <a:r>
              <a:rPr lang="en-US" sz="1800" dirty="0"/>
              <a:t> &amp; Ansible servers that cannot use OIDC</a:t>
            </a:r>
          </a:p>
        </p:txBody>
      </p:sp>
    </p:spTree>
    <p:extLst>
      <p:ext uri="{BB962C8B-B14F-4D97-AF65-F5344CB8AC3E}">
        <p14:creationId xmlns:p14="http://schemas.microsoft.com/office/powerpoint/2010/main" val="3730883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5AE55-2B30-8F0A-B1CF-2B97AF57A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B298A-571B-F1ED-AA8C-5EBA45D1FE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1040" y="1219549"/>
            <a:ext cx="9144000" cy="724725"/>
          </a:xfrm>
        </p:spPr>
        <p:txBody>
          <a:bodyPr>
            <a:normAutofit fontScale="90000"/>
          </a:bodyPr>
          <a:lstStyle/>
          <a:p>
            <a:pPr algn="l"/>
            <a:r>
              <a:rPr lang="en-IN" dirty="0"/>
              <a:t>IAM Role Anywhere Architecture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B9434FB-E1FE-7366-003A-56245F53F7E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01040" y="2267501"/>
            <a:ext cx="10509504" cy="28608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800" dirty="0"/>
              <a:t>Azure VM → Private Key → PCA Signed Cert → Role Anywhere → AWS STS → Temp Credentials → S3</a:t>
            </a:r>
          </a:p>
          <a:p>
            <a:pPr algn="l"/>
            <a:r>
              <a:rPr lang="en-IN" sz="1800" b="1" dirty="0"/>
              <a:t>IAM Role Anywhere Components</a:t>
            </a:r>
          </a:p>
          <a:p>
            <a:pPr marL="285750" lvl="0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AWS Private CA (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mandatory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285750" lvl="0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Certificate + CSR generated on VM</a:t>
            </a:r>
          </a:p>
          <a:p>
            <a:pPr marL="285750" lvl="0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Trust anchor configured in AWS</a:t>
            </a:r>
          </a:p>
          <a:p>
            <a:pPr marL="285750" lvl="0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Profile for role assumption</a:t>
            </a:r>
          </a:p>
          <a:p>
            <a:pPr marL="285750" lvl="0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AWS signer CLI installed on VM</a:t>
            </a:r>
          </a:p>
          <a:p>
            <a:pPr algn="l"/>
            <a:endParaRPr lang="en-IN" sz="1800" b="1" dirty="0"/>
          </a:p>
          <a:p>
            <a:pPr algn="l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708038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473</Words>
  <Application>Microsoft Office PowerPoint</Application>
  <PresentationFormat>Widescreen</PresentationFormat>
  <Paragraphs>68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Arial Unicode MS</vt:lpstr>
      <vt:lpstr>Office Theme</vt:lpstr>
      <vt:lpstr>Current Challenges</vt:lpstr>
      <vt:lpstr>Proposed Solutions</vt:lpstr>
      <vt:lpstr>OIDC Detailed Flow</vt:lpstr>
      <vt:lpstr>OIDC Federation Overview</vt:lpstr>
      <vt:lpstr>OIDC Requirements</vt:lpstr>
      <vt:lpstr>OIDC Example (NiFi/Ansible)</vt:lpstr>
      <vt:lpstr>IAM Role Anywhere Overview</vt:lpstr>
      <vt:lpstr>IAM Role Anywhere Architecture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Kuldeep Singh1</dc:creator>
  <cp:lastModifiedBy>Kuldeep Singh1</cp:lastModifiedBy>
  <cp:revision>1</cp:revision>
  <dcterms:created xsi:type="dcterms:W3CDTF">2025-11-20T11:48:44Z</dcterms:created>
  <dcterms:modified xsi:type="dcterms:W3CDTF">2025-11-20T12:20:58Z</dcterms:modified>
</cp:coreProperties>
</file>